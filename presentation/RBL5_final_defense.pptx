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822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}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an LLM out-test a human baseline and a search-based tool?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ground-truth comparison of LLM vs Manual vs EvoMaster on pre-seeded-fault REST APIs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66928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EvoMaster 0.1353 &gt; LLM 0.0602 &gt; Manual 0.015</a:t>
            </a:r>
            <a:pPr indent="0" marL="0">
              <a:buNone/>
            </a:pPr>
            <a:r>
              <a:rPr lang="en-US" sz="15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an LLM beats a human-style suite yet loses to a 2019 tool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66928" y="52120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SWT301 · RBL-5 · Group SE1916-G2 · Summer 2026 · GV: L.T.Q. Chi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5577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Huy (SE190240, PL) · Dung (SE190034, LR) · Dat (SE190239, DG) · Thuan (SE190305, MS) · Nguyen (SE190220, RW)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gap: 59 papers, no ground truth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2018–2026, five independent searches merged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GAP-C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560320" y="1938528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study puts LLM vs Manual vs a mature tool on the same APIs. The one manual comparison (EvoMaster 2019) predates LLMs.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38328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GAP-D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60320" y="3355848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= raw 500-error counts on live APIs. With no pre-seeded-fault benchmark, ground-truth Recall is never computed.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6634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8006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GAP-M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560320" y="4773168"/>
            <a:ext cx="8778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is coverage-biased. No per-endpoint edge-case / error-code metric exists.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cluster = GAP-C + GAP-D (best-evidenced). GAP-M is the metric facet.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research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at proposal approval — no HARKing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2286000" y="19751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 </a:t>
            </a:r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2286000" y="23774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LLM tests reach endpoint coverage ≥ 90%?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2918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86000" y="33467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detection  </a:t>
            </a:r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— PRIMARY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86000" y="37490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pre-seeded faults do LLM vs Manual vs EvoMaster detect?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5720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66344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86000" y="4718304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cases  </a:t>
            </a:r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286000" y="5120640"/>
            <a:ext cx="9052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LLM produce more 4xx/5xx + boundary scenarios per endpoint than manual?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Method: three arms, known faults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protocol — suites authored before faults seeded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 REST APIs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(ncs, scs, features)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65760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133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58368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mutants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(mutation = known denominator)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5097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50976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compared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106424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7947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79476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4.6, temp 0, spec-only (black-box). Frozen prompt. Status-code oracles.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5720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91840" y="457200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Independently re-authored EP/BVA suite — isolated session, spec-only, blind. Status-code oracles.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" y="534924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EvoMaster 6.0.0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91840" y="5349240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Search-based, black-box. Records original responses → regression-value oracles.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66928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= mutation kill: an arm kills a mutant iff a test passing on the original fails on the mutant.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RQ1 — the LLM reaches everything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One-sample Wilcoxon vs 90%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100.0%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2944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coverage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35/35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2944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exercised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1.65×10^-9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046720" y="29443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(≤90%) rejected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062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coverage is a weak signal. 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every documented operation says nothing about whether the tests notice a fault behind a 200 response. RQ2 is where that distinction bites.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RQ2 — the primary result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Fault-detection Recall against 133 known faults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0.1353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EvoMaster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0.0602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57200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321040" y="19202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548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0.015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8321040" y="267004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EvoMaster  &gt;  LLM  &gt;  Manual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1188720" y="3977640"/>
            <a:ext cx="9784080" cy="2286000"/>
          </a:xfrm>
          <a:prstGeom prst="roundRect">
            <a:avLst>
              <a:gd name="adj" fmla="val 4000"/>
            </a:avLst>
          </a:prstGeom>
          <a:solidFill>
            <a:srgbClr val="16283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4160520"/>
            <a:ext cx="92354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pilot saw LLM = Manual (identical kills). That was a same-agent artefact.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an independent Manual suite the arms diverge: LLM out-detects it (McNemar b=6, c=0, p≈0.031; manual's kills ⊆ LLM's).
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EvoMaster in turn out-detects the LLM (b=4, c=14, p≈0.031). Both hold at α=0.05, neither under Bonferroni — directional, not decisive.
</a:t>
            </a:r>
            <a:pPr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(“LLM best”) is rejected: the LLM beats the human-style baseline but not the tool.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Why: a two-level mechanism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ordering tracks fault character, not generator cleverness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Oracle KIND sets the ceiling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5603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Spec-derived status oracles accept any response in the plausible class. A mutant that changes a computed value but keeps the 200 is invisible.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rest-ncs (all value faults): LLM 0  Manual 0  vs  EvoMaster 0.1714.</a:t>
            </a:r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EvoMaster's regression oracle sees value faults; status oracles cannot.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9496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2011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VOLUME allocates the rest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46520" y="256032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status-oracle suites, more tests reach more of the status-visible faults.
</a:t>
            </a:r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rest-scs (some status-visible): LLM 0.1186  vs  Manual 0.0169.</a:t>
            </a:r>
            <a:pPr indent="0" marL="0">
              <a:lnSpc>
                <a:spcPct val="110000"/>
              </a:lnSpc>
              <a:buNone/>
            </a:pP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LLM's 295 tests catch more than the leaner 147-test manual suite — whose kills are a strict subset.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6035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fixes the ceiling; volume fills what is under it. The pilot's tie was the two levels coinciding by one author.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Produced ≠ detected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volume metric ranks the LLM first; the ground truth does not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965960"/>
          <a:ext cx="10515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975104"/>
                <a:gridCol w="1984248"/>
                <a:gridCol w="1984248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LLM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Manual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EvoMaster</a:t>
                      </a:r>
                      <a:endParaRPr lang="en-US" sz="14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cases produced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Edge-case scenarios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Faults detected / 133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520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error behaviours / 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5B6B7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394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volume order (LLM &gt; Manual &gt; EvoMaster) is not the effectiveness order (EvoMaster &gt; LLM &gt; Manual).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that produced the fewest tests detected the most faults. Without a denominator, a volume metric would have crowned the LLM outright.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RQ3 — the LLM is more prolific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Wilcoxon across 35 operations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edge scenarios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20624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5B6B7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20624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edge scenarios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1.43×10^-7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49808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rejected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058400" y="21031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10058400" y="28529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rank-biserial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97764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16052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leads on 33 of 35 operations, manual on 2. Largest effect in the study — and, per RQ2, the least consequential: </a:t>
            </a:r>
            <a:pPr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more scenarios is not detecting more faults.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Threats — stated plainly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not control, and how fragile the verdicts are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56232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Independent-agent, not human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114800" y="1837944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Manual suite is an isolated model session, not a human cohort. Direction robust (LLM kills ⊇ manual), but a human replication is the top next step.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935224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is fragile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114800" y="2916936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RQ2 McNemar tests hold at α=0.05 but not under Bonferroni; power is low. We rest on direction + effect size, not p alone.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941064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14216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boundary mutant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14800" y="3995928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rest-ncs the LLM's recall shifted 1→0 vs the pilot: a bessj n=2 boundary test excluded on a clean rebuild. This is what tips LLM-vs-EvoMaster across 0.05.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020056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093208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EMB-only, JVM-only, one LLM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4114800" y="5074920"/>
            <a:ext cx="731520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small APIs, Claude Sonnet 4.6 only. Mechanism (oracle kind) should generalise to any spec-only generator — a prediction, not a result.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 &amp; takeaways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three-way LLM vs Manual vs EvoMaster on identical APIs, blind, with a known fault population.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31520" y="271576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157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670048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Recall on 133 seeded mutants — true detection rate, not live-API error counts.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35570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570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511296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LLM out-tests a human-style baseline but is out-tested by a 2019 search tool; volume ≠ effectiveness.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439826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3982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5880" y="4352544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mechanism: oracle kind sets the ceiling, volume allocates under it.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31520" y="523951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39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193792"/>
            <a:ext cx="10241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reproducible: every number regenerates from committed data by script.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66928" y="6126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rule: use LLM generation for spec conformance &amp; error-path breadth; keep regression / value oracles for computational paths.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Reproducibility &amp; team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87552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and statistic regenerates from committed raw data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9260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(one command per stage):
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mutate → faults/*/catalog.json → run_mutation → results/raw/*.csv → analyze → summary.json → gen_paper_macros → paper
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Executed 2026-07-17 on pinned toolchain (JDK 8u492 + JDK 17.0.19 + Maven 3.9.16); EMB commit 915859; 133-mutant ground truth reproduced exactly (EvoMaster kills identical to pilot).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Huy · SE190240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79776" y="3931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79776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Dung · SE190034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779776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Runner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10912" y="3931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 · SE190239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10912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Ground Truth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242048" y="3931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42048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Thuan · SE190305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242048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Stats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473184" y="3931920"/>
            <a:ext cx="21031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73184" y="4114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20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Nguyen · SE190220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473184" y="45720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Writer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 welcome.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2026-07-17T05:41:23Z</dcterms:created>
  <dcterms:modified xsi:type="dcterms:W3CDTF">2026-07-17T05:41:23Z</dcterms:modified>
</cp:coreProperties>
</file>